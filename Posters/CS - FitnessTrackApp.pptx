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438912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EDF6C-3B63-337B-F2B2-5442CE902253}" v="14" dt="2026-04-14T22:27:16.643"/>
    <p1510:client id="{F2074760-679D-EBC2-1461-4F036A5B3E6A}" v="5" dt="2026-04-14T22:30:26.248"/>
    <p1510:client id="{F5B828ED-3F05-4047-B181-80DE117E5576}" v="16" dt="2026-04-13T21:20:38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3"/>
            <a:ext cx="32918400" cy="7947658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8206746"/>
            <a:ext cx="37856160" cy="13693138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22029426"/>
            <a:ext cx="37856160" cy="7200898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1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1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4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3"/>
            <a:ext cx="18568033" cy="3954778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1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8069583"/>
            <a:ext cx="18659477" cy="3954778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12024361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40" y="9875521"/>
            <a:ext cx="14156053" cy="18295622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40" y="9875521"/>
            <a:ext cx="14156053" cy="18295622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752601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752601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4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1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408D62-FE19-1265-7151-3649BA082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55990" y="-5393722"/>
            <a:ext cx="33001539" cy="4384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87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</cp:revision>
  <dcterms:created xsi:type="dcterms:W3CDTF">2026-04-13T21:18:38Z</dcterms:created>
  <dcterms:modified xsi:type="dcterms:W3CDTF">2026-04-14T22:30:35Z</dcterms:modified>
</cp:coreProperties>
</file>